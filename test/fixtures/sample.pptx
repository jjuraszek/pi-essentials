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</p:sldIdLst>
  <p:sldSz cx="10080625" cy="567055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4E6950A-7984-48DC-896A-A0A60B3E51C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13922808-5008-4769-B055-682B83E8DB24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"/>
          <p:cNvSpPr txBox="1"/>
          <p:nvPr/>
        </p:nvSpPr>
        <p:spPr>
          <a:xfrm>
            <a:off x="720000" y="720000"/>
            <a:ext cx="7200000" cy="108000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txBody>
          <a:bodyPr lIns="90000" tIns="45000" rIns="90000" bIns="45000" anchor="t">
            <a:spAutoFit/>
          </a:bodyPr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doc_to_md Test Slide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" name=""/>
          <p:cNvSpPr txBox="1"/>
          <p:nvPr/>
        </p:nvSpPr>
        <p:spPr>
          <a:xfrm>
            <a:off x="720000" y="2160000"/>
            <a:ext cx="7200000" cy="288000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txBody>
          <a:bodyPr lIns="90000" tIns="45000" rIns="90000" bIns="45000" anchor="t">
            <a:spAutoFit/>
          </a:bodyPr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First bullet point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bullet point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LibreOffice/26.2.4.2$MacOSX_AARCH64 LibreOffice_project/0229ac93fcf0d7cbc6376066c6f35021cef002dc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cp:revision>0</cp:revision>
  <dc:subject/>
  <dc:title/>
</cp:coreProperties>
</file>